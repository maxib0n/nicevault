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Risultati del terzo trimestre</a:t>
            </a:r>
          </a:p>
        </p:txBody>
      </p:sp>
      <p:sp>
        <p:txBody>
          <a:p>
            <a:r>
              <a:t>Ricavi in crescita del 12%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Prossimi passi</a:t>
            </a:r>
          </a:p>
        </p:txBody>
      </p:sp>
      <p:sp>
        <p:txBody>
          <a:p>
            <a:r>
              <a:t>Nuovo magazzino a settembre</a:t>
            </a:r>
          </a:p>
        </p:txBody>
      </p:sp>
      <p:sp>
        <p:txBody>
          <a:p>
            <a:r>
              <a:t>Due assunzioni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Domande?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Q3</dc:title>
  <dc:creator>Anna Rossi</dc:creator>
  <dcterms:modified xsi:type="dcterms:W3CDTF">2024-05-12T09:30:00Z</dcterms:modified>
</cp:coreProperties>
</file>